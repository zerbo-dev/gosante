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CONCOURS  ·  SANTÉ &amp;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Calibri"/>
              </a:rPr>
              <a:t>Concevoir et adapter des technologies
innovantes pour la santé au Burkina Faso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GoSanté — la santé numérique pensée pour le terrain burkinabè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Pitch 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Une réponse concrète aux défis d’accès aux soins, aux médicaments et au suivi patient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GoSanté  ·  Technologies innovantes pour la santé au Burkina Faso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2/7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01  —  LE DÉFI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172A"/>
                </a:solidFill>
                <a:latin typeface="Calibri"/>
              </a:rPr>
              <a:t>Au Burkina Faso, le parcours de soins
est encore trop fragmenté.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F46"/>
                </a:solidFill>
                <a:latin typeface="Calibri"/>
              </a:rPr>
              <a:t>Pharmacie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Trouver une pharmacie de garde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et un médicament disponible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reste un parcours du combattant.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7744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377440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974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F46"/>
                </a:solidFill>
                <a:latin typeface="Calibri"/>
              </a:rPr>
              <a:t>Suivi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Le carnet papier se perd.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L’historique médical ne suit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pas le patient.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7744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377440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6974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F46"/>
                </a:solidFill>
                <a:latin typeface="Calibri"/>
              </a:rPr>
              <a:t>Accès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Consultation psy, ordonnance,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livraison : tout est dispersé,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peu digitalisé, peu relié.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GoSanté  ·  Technologies innovantes pour la santé au Burkina Faso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3/7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02  —  NOTRE PARTI PRIS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Pas une appli santé générique.
Une technologie adaptée au contexte.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28016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8716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Adapter, pas copier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1635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On part des usages réels : garde des pharmacies, stock local, Mobile Money, faible bande passante.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128016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7588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Une seule porte d’entrée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0507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Patient, pharmacien, livreur, psychologue : un même fil pour le parcours de soins.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128016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6460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Preuve avant partenariats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Démo opérationnelle avec stocks pilotes, garde 2026 et parcours commande testable.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GoSanté  ·  Technologies innovantes pour la santé au Burkina Faso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03  —  LA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GoSanté : la plateforme santé du quotidien.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Pharmacie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D1FAE5"/>
                </a:solidFill>
                <a:latin typeface="Calibri"/>
              </a:rPr>
              <a:t>Carte, garde, stock,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1FAE5"/>
                </a:solidFill>
                <a:latin typeface="Calibri"/>
              </a:rPr>
              <a:t>commande &amp;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F46"/>
                </a:solidFill>
                <a:latin typeface="Calibri"/>
              </a:rPr>
              <a:t>Carnet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718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Dossier patient PDF,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historique, urgence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F46"/>
                </a:solidFill>
                <a:latin typeface="Calibri"/>
              </a:rPr>
              <a:t>Santé mentale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RDV, visio sécurisée,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journal protégé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0116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31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5F46"/>
                </a:solidFill>
                <a:latin typeface="Calibri"/>
              </a:rPr>
              <a:t>Logistique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718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Livreurs en ligne,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code de livraison,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suivi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GoSanté  ·  Technologies innovantes pour la santé au Burkina Faso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5/7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04  —  ADAPTER L’INNOVATION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Innover, c’est rendre utile ici.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5F46"/>
                </a:solidFill>
                <a:latin typeface="Calibri"/>
              </a:rPr>
              <a:t>Ancré dans le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Garde officielle 2026 intégrée (groupes I–IV)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Recherche médicaments sur le stock réel, pas une liste théorique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Import Excel pour le pharmacien (simple, terrain)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Carte + pin GPS = adresse de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5F46"/>
                </a:solidFill>
                <a:latin typeface="Calibri"/>
              </a:rPr>
              <a:t>Pensé pour l’usage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Paiement Mobile Money (sandbox) prêt pour le BF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Visio adaptée Safari / iPhone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Carnet médical exportable en PDF professionnel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→  Rôles patient / pharmacien / livreur / psy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GoSanté  ·  Technologies innovantes pour la santé au Burkina Faso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6/7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05  —  OÙ NOUS EN SOMMES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Une démo vivante, pas une maquette figée.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pharmacies pilotes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avec stock démo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groupes de garde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2026 opérationnels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59669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parcours complet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commande → livraison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011680"/>
            <a:ext cx="26517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774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59669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min pour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vous le montrer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 meilleure tech santé
n’est pas la plus complexe.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7F3D0"/>
                </a:solidFill>
                <a:latin typeface="Calibri"/>
              </a:rPr>
              <a:t>C’est celle qui s’adapte au Burkina — et qui soigne vraiment le parcours.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GoSanté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46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FAE5"/>
                </a:solidFill>
                <a:latin typeface="Calibri"/>
              </a:rPr>
              <a:t>Santé numérique · Ouagadougou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8056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Merci.
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