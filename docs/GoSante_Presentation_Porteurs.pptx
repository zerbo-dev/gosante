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194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GoSanté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FBF1"/>
                </a:solidFill>
                <a:latin typeface="Calibri"/>
              </a:rPr>
              <a:t>La santé plus proche — plateforme numérique pour le Burkina Faso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Présentation porteurs de projet · Non technique ·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Au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Le problème et la promesse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Pour qui ? Les 5 rôles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Les modules principaux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L’expérience utilisateur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Comment ça marche (sans jargon)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Confiance &amp; données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Où nous en sommes + prochaines étapes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Essayer la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Le problème sur le terrain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21031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Médicaments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Trouver une pharmacie, surtout de garde, et savoir ce qui est disponible.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21031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Dossier 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Informations santé souvent papier, incomplètes, difficiles à partager.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394960" cy="21031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Soutien limité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Accès restreint à l’écoute psychologique et à l’orientation d’urgence.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66160"/>
            <a:ext cx="5394960" cy="21031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86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Pharmacie, patient et livreur peinent à synchroniser une livraison fiable.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La solution GoSanté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Calibri"/>
              </a:rPr>
              <a:t>Une application web mobile-first qui regroupe les services utiles du quotidien santé.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2743200" cy="31089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Pharmacie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FBF1"/>
                </a:solidFill>
                <a:latin typeface="Calibri"/>
              </a:rPr>
              <a:t>Carte, catalogue, commande, livraison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94560"/>
            <a:ext cx="2743200" cy="31089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Bien-être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FBF1"/>
                </a:solidFill>
                <a:latin typeface="Calibri"/>
              </a:rPr>
              <a:t>Journal, exercices, chat d’écoute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2743200" cy="31089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Carnet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FBF1"/>
                </a:solidFill>
                <a:latin typeface="Calibri"/>
              </a:rPr>
              <a:t>Dossier personnel + export 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94560"/>
            <a:ext cx="2743200" cy="31089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Consultation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FBF1"/>
                </a:solidFill>
                <a:latin typeface="Calibri"/>
              </a:rPr>
              <a:t>RDV psychologue + visio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Pour qui ? Cinq rôles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881360" cy="8229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5E59"/>
                </a:solidFill>
                <a:latin typeface="Calibri"/>
              </a:rPr>
              <a:t>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984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Commander, suivre, carnet, psy, bien-être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8229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5E59"/>
                </a:solidFill>
                <a:latin typeface="Calibri"/>
              </a:rPr>
              <a:t>Pharmacien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585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Stock et préparation des commandes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0881360" cy="8229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5E59"/>
                </a:solidFill>
                <a:latin typeface="Calibri"/>
              </a:rPr>
              <a:t>Livreur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186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Missions GPS + code de remise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40"/>
            <a:ext cx="10881360" cy="8229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5E59"/>
                </a:solidFill>
                <a:latin typeface="Calibri"/>
              </a:rPr>
              <a:t>Psychologue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788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Créneaux, RDV, visio,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60"/>
            <a:ext cx="10881360" cy="8229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5E59"/>
                </a:solidFill>
                <a:latin typeface="Calibri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389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Pilotage, rôles, assignations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Module phare —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218 pharmacies sur une carte claire et utilisable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Filtres : ville, de garde, ouvertes maintenant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794 médicaments LNME 2023 + prix de référence 2025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Panier, commande, urgence, point GPS de livraison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Suivi jusqu’à la remise avec code patient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Espace pharmacien (stock) + espace livreur (missions)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371600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En un parcours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6517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FBF1"/>
                </a:solidFill>
                <a:latin typeface="Calibri"/>
              </a:rPr>
              <a:t>Chercher → Commander → Préparer → Livrer → Confirmer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Bien-être &amp; consultation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457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Santé mentale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Journal d’humeur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Coffre chiffré personnel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Chat d’écoute encadré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Exercices guidés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Numéros d’urgence BF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457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Calibri"/>
              </a:rPr>
              <a:t>Psychologue &amp; visio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Annuaire et créneaux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RDV avec option anonyme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Visio dans l’application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Notes de séance côté pro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•  Avis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Expérience utilisateur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743200" cy="40233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Mobile d’abord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Conçu pour smartphone, utilisable aussi sur ordinateur.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743200" cy="402336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Cartes utiles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Marqueurs clairs, légende, recentrage, itinéraire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2743200" cy="40233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Parcours guidés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Peu d’étapes pour commander ou prendre un RDV.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371600"/>
            <a:ext cx="2743200" cy="402336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Installable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PWA : GoSanté s’ajoute à l’écran d’accueil.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5E59"/>
                </a:solidFill>
                <a:latin typeface="Calibri"/>
              </a:rPr>
              <a:t>Comment ça marche (sans jargon)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16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Application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2161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Les écrans que voient les utilisateurs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2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3911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Comptes, données, sécurité, temps réel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620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Mise en ligne de la plateforme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Cartes libres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8503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Pharmacies, trajets, livraison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07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IA encadrée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079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Soutien conversationnel (pas un médecin)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6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09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5E59"/>
                </a:solidFill>
                <a:latin typeface="Calibri"/>
              </a:rPr>
              <a:t>Visio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3309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Consultation à distance dans le navigateur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5E59"/>
                </a:solidFill>
                <a:latin typeface="Calibri"/>
              </a:rPr>
              <a:t>Confiance &amp; protection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Consentement obligatoire à l’inscription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Politique de confidentialité accessible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Chaque rôle ne voit que ce qui le concerne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Traçabilité des actions importantes (audit)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Journal mental chiffrable par l’utilisateur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Cadre légal BF (Loi 001-2021/AN) — conformité hébergement à finaliser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15E59"/>
                </a:solidFill>
                <a:latin typeface="Calibri"/>
              </a:rPr>
              <a:t>Où en sommes-nous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Prêt à démontrer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Pharmacie bout-en-bout, livraison, santé mentale, carnet PDF, visio psy,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En consolidation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Paiement réel Mobile Money, scan ordonnance dans le menu, PWA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71600"/>
            <a:ext cx="3657600" cy="411480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À venir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260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CGU, conformité hébergement BF, pilote pharmacies, Phase 3 écosystème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5E59"/>
                </a:solidFill>
                <a:latin typeface="Calibri"/>
              </a:rPr>
              <a:t>Prochaines étapes recommandées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Brancher le paiement Mobile Money réel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Réactiver le scan d’ordonnance dans le menu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Valider l’hébergement des données de santé au Burkina Faso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Rédiger CGU + guide utilisateur simple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•  Lancer un pilote avec pharmacies et livreurs partenaires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GoSanté · Confidentiel partenaires · Juillet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Essayer la 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CFBF1"/>
                </a:solidFill>
                <a:latin typeface="Calibri"/>
              </a:rPr>
              <a:t>https://gosantetest.vercel.app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Créer un compte patient, explorer la carte pharmacies,
la santé mentale, le carnet et la consultation.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Merci — GoSanté, pour une santé plus accessible au Burkina Faso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